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B9B"/>
    <a:srgbClr val="FF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5A4321-D57D-4898-9904-4A630B3578EA}" v="8" dt="2026-01-22T22:09:47.2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44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a Ossanna" userId="46d24f92-a3d9-425c-98e5-f4d1ec18a5c1" providerId="ADAL" clId="{3188B0A5-7A56-4BDD-8B38-4ED208104EB3}"/>
    <pc:docChg chg="undo custSel addSld delSld modSld sldOrd">
      <pc:chgData name="Lia Ossanna" userId="46d24f92-a3d9-425c-98e5-f4d1ec18a5c1" providerId="ADAL" clId="{3188B0A5-7A56-4BDD-8B38-4ED208104EB3}" dt="2026-01-23T17:49:46.673" v="2576" actId="1076"/>
      <pc:docMkLst>
        <pc:docMk/>
      </pc:docMkLst>
      <pc:sldChg chg="addSp delSp modSp add del mod">
        <pc:chgData name="Lia Ossanna" userId="46d24f92-a3d9-425c-98e5-f4d1ec18a5c1" providerId="ADAL" clId="{3188B0A5-7A56-4BDD-8B38-4ED208104EB3}" dt="2026-01-22T22:02:49.865" v="2349" actId="47"/>
        <pc:sldMkLst>
          <pc:docMk/>
          <pc:sldMk cId="3935512563" sldId="256"/>
        </pc:sldMkLst>
        <pc:spChg chg="add mod">
          <ac:chgData name="Lia Ossanna" userId="46d24f92-a3d9-425c-98e5-f4d1ec18a5c1" providerId="ADAL" clId="{3188B0A5-7A56-4BDD-8B38-4ED208104EB3}" dt="2026-01-22T21:16:55.504" v="2042" actId="1076"/>
          <ac:spMkLst>
            <pc:docMk/>
            <pc:sldMk cId="3935512563" sldId="256"/>
            <ac:spMk id="2" creationId="{60FF5D3F-05D9-B0F8-1277-1435C9DB288E}"/>
          </ac:spMkLst>
        </pc:spChg>
        <pc:spChg chg="mod">
          <ac:chgData name="Lia Ossanna" userId="46d24f92-a3d9-425c-98e5-f4d1ec18a5c1" providerId="ADAL" clId="{3188B0A5-7A56-4BDD-8B38-4ED208104EB3}" dt="2026-01-22T21:18:03.054" v="2055" actId="6549"/>
          <ac:spMkLst>
            <pc:docMk/>
            <pc:sldMk cId="3935512563" sldId="256"/>
            <ac:spMk id="4" creationId="{E7E4A7E3-B62A-69E2-A4D2-5CA7EDB7F326}"/>
          </ac:spMkLst>
        </pc:spChg>
        <pc:spChg chg="del mod">
          <ac:chgData name="Lia Ossanna" userId="46d24f92-a3d9-425c-98e5-f4d1ec18a5c1" providerId="ADAL" clId="{3188B0A5-7A56-4BDD-8B38-4ED208104EB3}" dt="2026-01-22T21:16:17.304" v="2037" actId="478"/>
          <ac:spMkLst>
            <pc:docMk/>
            <pc:sldMk cId="3935512563" sldId="256"/>
            <ac:spMk id="6" creationId="{A6E652B3-7F1E-63CC-D1B6-3EF3BF35035E}"/>
          </ac:spMkLst>
        </pc:spChg>
        <pc:spChg chg="del mod">
          <ac:chgData name="Lia Ossanna" userId="46d24f92-a3d9-425c-98e5-f4d1ec18a5c1" providerId="ADAL" clId="{3188B0A5-7A56-4BDD-8B38-4ED208104EB3}" dt="2026-01-22T21:16:42.834" v="2039" actId="478"/>
          <ac:spMkLst>
            <pc:docMk/>
            <pc:sldMk cId="3935512563" sldId="256"/>
            <ac:spMk id="7" creationId="{B8CC66A7-A3E0-D9F1-BAA3-60CFBDE21ECE}"/>
          </ac:spMkLst>
        </pc:spChg>
        <pc:spChg chg="del mod">
          <ac:chgData name="Lia Ossanna" userId="46d24f92-a3d9-425c-98e5-f4d1ec18a5c1" providerId="ADAL" clId="{3188B0A5-7A56-4BDD-8B38-4ED208104EB3}" dt="2026-01-22T21:16:17.304" v="2037" actId="478"/>
          <ac:spMkLst>
            <pc:docMk/>
            <pc:sldMk cId="3935512563" sldId="256"/>
            <ac:spMk id="8" creationId="{645732B3-59CF-C6B8-A6E5-771BE6E99D2B}"/>
          </ac:spMkLst>
        </pc:spChg>
        <pc:spChg chg="del mod">
          <ac:chgData name="Lia Ossanna" userId="46d24f92-a3d9-425c-98e5-f4d1ec18a5c1" providerId="ADAL" clId="{3188B0A5-7A56-4BDD-8B38-4ED208104EB3}" dt="2026-01-22T21:16:17.304" v="2037" actId="478"/>
          <ac:spMkLst>
            <pc:docMk/>
            <pc:sldMk cId="3935512563" sldId="256"/>
            <ac:spMk id="9" creationId="{1734907B-2E27-D08D-B118-2B17F2A87E41}"/>
          </ac:spMkLst>
        </pc:spChg>
        <pc:spChg chg="mod">
          <ac:chgData name="Lia Ossanna" userId="46d24f92-a3d9-425c-98e5-f4d1ec18a5c1" providerId="ADAL" clId="{3188B0A5-7A56-4BDD-8B38-4ED208104EB3}" dt="2026-01-22T21:16:55.504" v="2042" actId="1076"/>
          <ac:spMkLst>
            <pc:docMk/>
            <pc:sldMk cId="3935512563" sldId="256"/>
            <ac:spMk id="10" creationId="{73F87B04-3051-6FF3-F6E1-D92B2C06F1EC}"/>
          </ac:spMkLst>
        </pc:spChg>
        <pc:spChg chg="mod">
          <ac:chgData name="Lia Ossanna" userId="46d24f92-a3d9-425c-98e5-f4d1ec18a5c1" providerId="ADAL" clId="{3188B0A5-7A56-4BDD-8B38-4ED208104EB3}" dt="2026-01-22T21:17:02.616" v="2045" actId="1076"/>
          <ac:spMkLst>
            <pc:docMk/>
            <pc:sldMk cId="3935512563" sldId="256"/>
            <ac:spMk id="11" creationId="{DD9199DB-CB72-CB4C-BCF4-7591490B2BBC}"/>
          </ac:spMkLst>
        </pc:spChg>
        <pc:spChg chg="mod">
          <ac:chgData name="Lia Ossanna" userId="46d24f92-a3d9-425c-98e5-f4d1ec18a5c1" providerId="ADAL" clId="{3188B0A5-7A56-4BDD-8B38-4ED208104EB3}" dt="2026-01-22T21:17:20.078" v="2046" actId="1076"/>
          <ac:spMkLst>
            <pc:docMk/>
            <pc:sldMk cId="3935512563" sldId="256"/>
            <ac:spMk id="16" creationId="{25DC0DC6-AD8B-ED6E-4762-99B646A93943}"/>
          </ac:spMkLst>
        </pc:spChg>
        <pc:spChg chg="mod">
          <ac:chgData name="Lia Ossanna" userId="46d24f92-a3d9-425c-98e5-f4d1ec18a5c1" providerId="ADAL" clId="{3188B0A5-7A56-4BDD-8B38-4ED208104EB3}" dt="2026-01-22T21:17:39.414" v="2050" actId="1076"/>
          <ac:spMkLst>
            <pc:docMk/>
            <pc:sldMk cId="3935512563" sldId="256"/>
            <ac:spMk id="17" creationId="{BB45A45C-0536-5114-8EF6-6D2A36D728FA}"/>
          </ac:spMkLst>
        </pc:spChg>
        <pc:spChg chg="mod">
          <ac:chgData name="Lia Ossanna" userId="46d24f92-a3d9-425c-98e5-f4d1ec18a5c1" providerId="ADAL" clId="{3188B0A5-7A56-4BDD-8B38-4ED208104EB3}" dt="2026-01-22T21:16:55.504" v="2042" actId="1076"/>
          <ac:spMkLst>
            <pc:docMk/>
            <pc:sldMk cId="3935512563" sldId="256"/>
            <ac:spMk id="24" creationId="{68A33E3E-34C3-25EB-6137-6837C593EF99}"/>
          </ac:spMkLst>
        </pc:spChg>
        <pc:spChg chg="mod">
          <ac:chgData name="Lia Ossanna" userId="46d24f92-a3d9-425c-98e5-f4d1ec18a5c1" providerId="ADAL" clId="{3188B0A5-7A56-4BDD-8B38-4ED208104EB3}" dt="2026-01-22T21:16:55.504" v="2042" actId="1076"/>
          <ac:spMkLst>
            <pc:docMk/>
            <pc:sldMk cId="3935512563" sldId="256"/>
            <ac:spMk id="25" creationId="{EA42BA20-AE21-7DF7-B177-72FC4027D20B}"/>
          </ac:spMkLst>
        </pc:spChg>
        <pc:spChg chg="mod">
          <ac:chgData name="Lia Ossanna" userId="46d24f92-a3d9-425c-98e5-f4d1ec18a5c1" providerId="ADAL" clId="{3188B0A5-7A56-4BDD-8B38-4ED208104EB3}" dt="2026-01-22T21:17:27.374" v="2048" actId="1076"/>
          <ac:spMkLst>
            <pc:docMk/>
            <pc:sldMk cId="3935512563" sldId="256"/>
            <ac:spMk id="27" creationId="{04AF6DDB-CCD0-7E3B-F082-B7ECF6D68791}"/>
          </ac:spMkLst>
        </pc:spChg>
        <pc:spChg chg="add del mod">
          <ac:chgData name="Lia Ossanna" userId="46d24f92-a3d9-425c-98e5-f4d1ec18a5c1" providerId="ADAL" clId="{3188B0A5-7A56-4BDD-8B38-4ED208104EB3}" dt="2026-01-22T21:16:24.947" v="2038" actId="478"/>
          <ac:spMkLst>
            <pc:docMk/>
            <pc:sldMk cId="3935512563" sldId="256"/>
            <ac:spMk id="189" creationId="{FA4D3387-3681-2903-6049-62B60B4057D4}"/>
          </ac:spMkLst>
        </pc:spChg>
        <pc:spChg chg="add del mod">
          <ac:chgData name="Lia Ossanna" userId="46d24f92-a3d9-425c-98e5-f4d1ec18a5c1" providerId="ADAL" clId="{3188B0A5-7A56-4BDD-8B38-4ED208104EB3}" dt="2026-01-22T21:16:17.304" v="2037" actId="478"/>
          <ac:spMkLst>
            <pc:docMk/>
            <pc:sldMk cId="3935512563" sldId="256"/>
            <ac:spMk id="190" creationId="{A7C0171E-F928-0606-BEA5-0E665EF0EED8}"/>
          </ac:spMkLst>
        </pc:spChg>
        <pc:spChg chg="add del mod">
          <ac:chgData name="Lia Ossanna" userId="46d24f92-a3d9-425c-98e5-f4d1ec18a5c1" providerId="ADAL" clId="{3188B0A5-7A56-4BDD-8B38-4ED208104EB3}" dt="2026-01-22T21:16:24.947" v="2038" actId="478"/>
          <ac:spMkLst>
            <pc:docMk/>
            <pc:sldMk cId="3935512563" sldId="256"/>
            <ac:spMk id="193" creationId="{DF9992A5-A66E-6E49-BB7F-1D5E5A9F484F}"/>
          </ac:spMkLst>
        </pc:spChg>
        <pc:spChg chg="add del mod">
          <ac:chgData name="Lia Ossanna" userId="46d24f92-a3d9-425c-98e5-f4d1ec18a5c1" providerId="ADAL" clId="{3188B0A5-7A56-4BDD-8B38-4ED208104EB3}" dt="2026-01-22T21:16:17.304" v="2037" actId="478"/>
          <ac:spMkLst>
            <pc:docMk/>
            <pc:sldMk cId="3935512563" sldId="256"/>
            <ac:spMk id="195" creationId="{AB65D198-3E25-7878-FBAF-A09A16F3CBAA}"/>
          </ac:spMkLst>
        </pc:spChg>
        <pc:spChg chg="add del mod">
          <ac:chgData name="Lia Ossanna" userId="46d24f92-a3d9-425c-98e5-f4d1ec18a5c1" providerId="ADAL" clId="{3188B0A5-7A56-4BDD-8B38-4ED208104EB3}" dt="2026-01-22T21:16:17.304" v="2037" actId="478"/>
          <ac:spMkLst>
            <pc:docMk/>
            <pc:sldMk cId="3935512563" sldId="256"/>
            <ac:spMk id="196" creationId="{BDDB0BC3-0858-88BC-86EC-6FC81D508935}"/>
          </ac:spMkLst>
        </pc:spChg>
        <pc:spChg chg="add del mod">
          <ac:chgData name="Lia Ossanna" userId="46d24f92-a3d9-425c-98e5-f4d1ec18a5c1" providerId="ADAL" clId="{3188B0A5-7A56-4BDD-8B38-4ED208104EB3}" dt="2026-01-22T21:16:24.947" v="2038" actId="478"/>
          <ac:spMkLst>
            <pc:docMk/>
            <pc:sldMk cId="3935512563" sldId="256"/>
            <ac:spMk id="212" creationId="{097CE564-95C1-4901-A173-A2862E24CE36}"/>
          </ac:spMkLst>
        </pc:spChg>
        <pc:spChg chg="add mod">
          <ac:chgData name="Lia Ossanna" userId="46d24f92-a3d9-425c-98e5-f4d1ec18a5c1" providerId="ADAL" clId="{3188B0A5-7A56-4BDD-8B38-4ED208104EB3}" dt="2026-01-22T21:17:24.234" v="2047" actId="1076"/>
          <ac:spMkLst>
            <pc:docMk/>
            <pc:sldMk cId="3935512563" sldId="256"/>
            <ac:spMk id="248" creationId="{142722A8-35F0-B99D-6ED3-10D8D3014064}"/>
          </ac:spMkLst>
        </pc:spChg>
        <pc:spChg chg="add mod">
          <ac:chgData name="Lia Ossanna" userId="46d24f92-a3d9-425c-98e5-f4d1ec18a5c1" providerId="ADAL" clId="{3188B0A5-7A56-4BDD-8B38-4ED208104EB3}" dt="2026-01-22T21:17:44.761" v="2051" actId="1076"/>
          <ac:spMkLst>
            <pc:docMk/>
            <pc:sldMk cId="3935512563" sldId="256"/>
            <ac:spMk id="266" creationId="{DCCDF99B-093B-D077-D378-B623CE2A4391}"/>
          </ac:spMkLst>
        </pc:spChg>
        <pc:spChg chg="add mod">
          <ac:chgData name="Lia Ossanna" userId="46d24f92-a3d9-425c-98e5-f4d1ec18a5c1" providerId="ADAL" clId="{3188B0A5-7A56-4BDD-8B38-4ED208104EB3}" dt="2026-01-22T21:17:39.414" v="2050" actId="1076"/>
          <ac:spMkLst>
            <pc:docMk/>
            <pc:sldMk cId="3935512563" sldId="256"/>
            <ac:spMk id="268" creationId="{07C39100-E618-8A3A-6B51-0D984D96A96A}"/>
          </ac:spMkLst>
        </pc:spChg>
        <pc:cxnChg chg="add mod ord">
          <ac:chgData name="Lia Ossanna" userId="46d24f92-a3d9-425c-98e5-f4d1ec18a5c1" providerId="ADAL" clId="{3188B0A5-7A56-4BDD-8B38-4ED208104EB3}" dt="2026-01-22T21:17:20.078" v="2046" actId="1076"/>
          <ac:cxnSpMkLst>
            <pc:docMk/>
            <pc:sldMk cId="3935512563" sldId="256"/>
            <ac:cxnSpMk id="3" creationId="{3BB66662-B730-C716-49FC-4E9FB27E3711}"/>
          </ac:cxnSpMkLst>
        </pc:cxnChg>
        <pc:cxnChg chg="del mod">
          <ac:chgData name="Lia Ossanna" userId="46d24f92-a3d9-425c-98e5-f4d1ec18a5c1" providerId="ADAL" clId="{3188B0A5-7A56-4BDD-8B38-4ED208104EB3}" dt="2026-01-22T21:16:48.184" v="2041" actId="478"/>
          <ac:cxnSpMkLst>
            <pc:docMk/>
            <pc:sldMk cId="3935512563" sldId="256"/>
            <ac:cxnSpMk id="33" creationId="{6A20D645-EC65-613D-7F4D-94C55F0A623A}"/>
          </ac:cxnSpMkLst>
        </pc:cxnChg>
        <pc:cxnChg chg="del mod">
          <ac:chgData name="Lia Ossanna" userId="46d24f92-a3d9-425c-98e5-f4d1ec18a5c1" providerId="ADAL" clId="{3188B0A5-7A56-4BDD-8B38-4ED208104EB3}" dt="2026-01-22T21:16:45.754" v="2040" actId="478"/>
          <ac:cxnSpMkLst>
            <pc:docMk/>
            <pc:sldMk cId="3935512563" sldId="256"/>
            <ac:cxnSpMk id="34" creationId="{42B0D4C9-E029-680A-13CB-AE4080790685}"/>
          </ac:cxnSpMkLst>
        </pc:cxnChg>
        <pc:cxnChg chg="del mod">
          <ac:chgData name="Lia Ossanna" userId="46d24f92-a3d9-425c-98e5-f4d1ec18a5c1" providerId="ADAL" clId="{3188B0A5-7A56-4BDD-8B38-4ED208104EB3}" dt="2026-01-22T21:16:17.304" v="2037" actId="478"/>
          <ac:cxnSpMkLst>
            <pc:docMk/>
            <pc:sldMk cId="3935512563" sldId="256"/>
            <ac:cxnSpMk id="37" creationId="{D7F99C18-1A02-3DE7-51D9-3AE1AF69853E}"/>
          </ac:cxnSpMkLst>
        </pc:cxnChg>
        <pc:cxnChg chg="mod">
          <ac:chgData name="Lia Ossanna" userId="46d24f92-a3d9-425c-98e5-f4d1ec18a5c1" providerId="ADAL" clId="{3188B0A5-7A56-4BDD-8B38-4ED208104EB3}" dt="2026-01-22T21:17:55.541" v="2053" actId="14100"/>
          <ac:cxnSpMkLst>
            <pc:docMk/>
            <pc:sldMk cId="3935512563" sldId="256"/>
            <ac:cxnSpMk id="43" creationId="{1A08B30F-12DD-B781-459D-85D4012B2EDF}"/>
          </ac:cxnSpMkLst>
        </pc:cxnChg>
        <pc:cxnChg chg="mod">
          <ac:chgData name="Lia Ossanna" userId="46d24f92-a3d9-425c-98e5-f4d1ec18a5c1" providerId="ADAL" clId="{3188B0A5-7A56-4BDD-8B38-4ED208104EB3}" dt="2026-01-22T21:17:53.260" v="2052" actId="14100"/>
          <ac:cxnSpMkLst>
            <pc:docMk/>
            <pc:sldMk cId="3935512563" sldId="256"/>
            <ac:cxnSpMk id="44" creationId="{0AE8EE47-2AF5-60E5-DE91-C33A48040939}"/>
          </ac:cxnSpMkLst>
        </pc:cxnChg>
        <pc:cxnChg chg="mod">
          <ac:chgData name="Lia Ossanna" userId="46d24f92-a3d9-425c-98e5-f4d1ec18a5c1" providerId="ADAL" clId="{3188B0A5-7A56-4BDD-8B38-4ED208104EB3}" dt="2026-01-22T21:17:20.078" v="2046" actId="1076"/>
          <ac:cxnSpMkLst>
            <pc:docMk/>
            <pc:sldMk cId="3935512563" sldId="256"/>
            <ac:cxnSpMk id="65" creationId="{A0B027F1-934C-E676-7DC2-D2EDF7E5C4C5}"/>
          </ac:cxnSpMkLst>
        </pc:cxnChg>
        <pc:cxnChg chg="mod">
          <ac:chgData name="Lia Ossanna" userId="46d24f92-a3d9-425c-98e5-f4d1ec18a5c1" providerId="ADAL" clId="{3188B0A5-7A56-4BDD-8B38-4ED208104EB3}" dt="2026-01-22T21:17:39.414" v="2050" actId="1076"/>
          <ac:cxnSpMkLst>
            <pc:docMk/>
            <pc:sldMk cId="3935512563" sldId="256"/>
            <ac:cxnSpMk id="69" creationId="{45A509D0-2C00-CEDE-13AF-8A8B71D3AC27}"/>
          </ac:cxnSpMkLst>
        </pc:cxnChg>
        <pc:cxnChg chg="mod">
          <ac:chgData name="Lia Ossanna" userId="46d24f92-a3d9-425c-98e5-f4d1ec18a5c1" providerId="ADAL" clId="{3188B0A5-7A56-4BDD-8B38-4ED208104EB3}" dt="2026-01-22T21:17:20.078" v="2046" actId="1076"/>
          <ac:cxnSpMkLst>
            <pc:docMk/>
            <pc:sldMk cId="3935512563" sldId="256"/>
            <ac:cxnSpMk id="84" creationId="{B5F3DA15-B80B-3098-E82B-F6F0C5E97DA4}"/>
          </ac:cxnSpMkLst>
        </pc:cxnChg>
        <pc:cxnChg chg="mod ord">
          <ac:chgData name="Lia Ossanna" userId="46d24f92-a3d9-425c-98e5-f4d1ec18a5c1" providerId="ADAL" clId="{3188B0A5-7A56-4BDD-8B38-4ED208104EB3}" dt="2026-01-22T21:17:20.078" v="2046" actId="1076"/>
          <ac:cxnSpMkLst>
            <pc:docMk/>
            <pc:sldMk cId="3935512563" sldId="256"/>
            <ac:cxnSpMk id="85" creationId="{3BDA92F3-DF6F-339F-51DC-2D339586DDC0}"/>
          </ac:cxnSpMkLst>
        </pc:cxnChg>
        <pc:cxnChg chg="mod">
          <ac:chgData name="Lia Ossanna" userId="46d24f92-a3d9-425c-98e5-f4d1ec18a5c1" providerId="ADAL" clId="{3188B0A5-7A56-4BDD-8B38-4ED208104EB3}" dt="2026-01-22T21:17:27.374" v="2048" actId="1076"/>
          <ac:cxnSpMkLst>
            <pc:docMk/>
            <pc:sldMk cId="3935512563" sldId="256"/>
            <ac:cxnSpMk id="90" creationId="{38EB6D58-D2E1-0443-368D-FD77DB5D3E7E}"/>
          </ac:cxnSpMkLst>
        </pc:cxnChg>
        <pc:cxnChg chg="add del mod">
          <ac:chgData name="Lia Ossanna" userId="46d24f92-a3d9-425c-98e5-f4d1ec18a5c1" providerId="ADAL" clId="{3188B0A5-7A56-4BDD-8B38-4ED208104EB3}" dt="2026-01-22T21:16:17.304" v="2037" actId="478"/>
          <ac:cxnSpMkLst>
            <pc:docMk/>
            <pc:sldMk cId="3935512563" sldId="256"/>
            <ac:cxnSpMk id="191" creationId="{426DAF2D-5D21-4FEE-8310-CD2A3C58A955}"/>
          </ac:cxnSpMkLst>
        </pc:cxnChg>
        <pc:cxnChg chg="add del mod">
          <ac:chgData name="Lia Ossanna" userId="46d24f92-a3d9-425c-98e5-f4d1ec18a5c1" providerId="ADAL" clId="{3188B0A5-7A56-4BDD-8B38-4ED208104EB3}" dt="2026-01-22T21:16:17.304" v="2037" actId="478"/>
          <ac:cxnSpMkLst>
            <pc:docMk/>
            <pc:sldMk cId="3935512563" sldId="256"/>
            <ac:cxnSpMk id="192" creationId="{74DFA481-7E5C-4A6F-2A57-49483880EA52}"/>
          </ac:cxnSpMkLst>
        </pc:cxnChg>
        <pc:cxnChg chg="add del mod">
          <ac:chgData name="Lia Ossanna" userId="46d24f92-a3d9-425c-98e5-f4d1ec18a5c1" providerId="ADAL" clId="{3188B0A5-7A56-4BDD-8B38-4ED208104EB3}" dt="2026-01-22T21:16:17.304" v="2037" actId="478"/>
          <ac:cxnSpMkLst>
            <pc:docMk/>
            <pc:sldMk cId="3935512563" sldId="256"/>
            <ac:cxnSpMk id="194" creationId="{2E53DED5-6DC5-A808-DD74-3D4920FCC798}"/>
          </ac:cxnSpMkLst>
        </pc:cxnChg>
        <pc:cxnChg chg="add mod">
          <ac:chgData name="Lia Ossanna" userId="46d24f92-a3d9-425c-98e5-f4d1ec18a5c1" providerId="ADAL" clId="{3188B0A5-7A56-4BDD-8B38-4ED208104EB3}" dt="2026-01-22T21:17:24.234" v="2047" actId="1076"/>
          <ac:cxnSpMkLst>
            <pc:docMk/>
            <pc:sldMk cId="3935512563" sldId="256"/>
            <ac:cxnSpMk id="252" creationId="{6BD3115C-082F-65F6-A83F-3C4D209C8805}"/>
          </ac:cxnSpMkLst>
        </pc:cxnChg>
        <pc:cxnChg chg="add mod">
          <ac:chgData name="Lia Ossanna" userId="46d24f92-a3d9-425c-98e5-f4d1ec18a5c1" providerId="ADAL" clId="{3188B0A5-7A56-4BDD-8B38-4ED208104EB3}" dt="2026-01-22T21:17:44.761" v="2051" actId="1076"/>
          <ac:cxnSpMkLst>
            <pc:docMk/>
            <pc:sldMk cId="3935512563" sldId="256"/>
            <ac:cxnSpMk id="269" creationId="{E0313F09-FA13-0EA1-2891-80F52869428E}"/>
          </ac:cxnSpMkLst>
        </pc:cxnChg>
        <pc:cxnChg chg="add mod ord">
          <ac:chgData name="Lia Ossanna" userId="46d24f92-a3d9-425c-98e5-f4d1ec18a5c1" providerId="ADAL" clId="{3188B0A5-7A56-4BDD-8B38-4ED208104EB3}" dt="2026-01-22T21:17:39.414" v="2050" actId="1076"/>
          <ac:cxnSpMkLst>
            <pc:docMk/>
            <pc:sldMk cId="3935512563" sldId="256"/>
            <ac:cxnSpMk id="272" creationId="{E1BF4E16-244C-631F-BE2D-507AE6FA9FE8}"/>
          </ac:cxnSpMkLst>
        </pc:cxnChg>
      </pc:sldChg>
      <pc:sldChg chg="addSp delSp modSp del mod">
        <pc:chgData name="Lia Ossanna" userId="46d24f92-a3d9-425c-98e5-f4d1ec18a5c1" providerId="ADAL" clId="{3188B0A5-7A56-4BDD-8B38-4ED208104EB3}" dt="2026-01-22T22:10:03.347" v="2556" actId="47"/>
        <pc:sldMkLst>
          <pc:docMk/>
          <pc:sldMk cId="1071036082" sldId="257"/>
        </pc:sldMkLst>
        <pc:spChg chg="add del mod">
          <ac:chgData name="Lia Ossanna" userId="46d24f92-a3d9-425c-98e5-f4d1ec18a5c1" providerId="ADAL" clId="{3188B0A5-7A56-4BDD-8B38-4ED208104EB3}" dt="2026-01-22T22:06:24.777" v="2509" actId="478"/>
          <ac:spMkLst>
            <pc:docMk/>
            <pc:sldMk cId="1071036082" sldId="257"/>
            <ac:spMk id="3" creationId="{173BE815-E593-8F61-6C97-5529CCC93861}"/>
          </ac:spMkLst>
        </pc:spChg>
        <pc:spChg chg="mod">
          <ac:chgData name="Lia Ossanna" userId="46d24f92-a3d9-425c-98e5-f4d1ec18a5c1" providerId="ADAL" clId="{3188B0A5-7A56-4BDD-8B38-4ED208104EB3}" dt="2026-01-22T22:07:13.257" v="2537" actId="20577"/>
          <ac:spMkLst>
            <pc:docMk/>
            <pc:sldMk cId="1071036082" sldId="257"/>
            <ac:spMk id="5" creationId="{0C6B61A2-CE02-7126-8E0B-526A4AE7E9A7}"/>
          </ac:spMkLst>
        </pc:spChg>
        <pc:spChg chg="del mod">
          <ac:chgData name="Lia Ossanna" userId="46d24f92-a3d9-425c-98e5-f4d1ec18a5c1" providerId="ADAL" clId="{3188B0A5-7A56-4BDD-8B38-4ED208104EB3}" dt="2026-01-22T22:06:18.496" v="2508" actId="478"/>
          <ac:spMkLst>
            <pc:docMk/>
            <pc:sldMk cId="1071036082" sldId="257"/>
            <ac:spMk id="6" creationId="{7EB7D909-9D99-92BA-6A53-42854E5E7BE3}"/>
          </ac:spMkLst>
        </pc:spChg>
      </pc:sldChg>
      <pc:sldChg chg="addSp delSp modSp new mod ord">
        <pc:chgData name="Lia Ossanna" userId="46d24f92-a3d9-425c-98e5-f4d1ec18a5c1" providerId="ADAL" clId="{3188B0A5-7A56-4BDD-8B38-4ED208104EB3}" dt="2026-01-23T17:49:46.673" v="2576" actId="1076"/>
        <pc:sldMkLst>
          <pc:docMk/>
          <pc:sldMk cId="371825970" sldId="258"/>
        </pc:sldMkLst>
        <pc:spChg chg="add del mod">
          <ac:chgData name="Lia Ossanna" userId="46d24f92-a3d9-425c-98e5-f4d1ec18a5c1" providerId="ADAL" clId="{3188B0A5-7A56-4BDD-8B38-4ED208104EB3}" dt="2026-01-22T21:18:53.304" v="2059" actId="478"/>
          <ac:spMkLst>
            <pc:docMk/>
            <pc:sldMk cId="371825970" sldId="258"/>
            <ac:spMk id="3" creationId="{1942038A-78A8-866F-DF2A-B171D01DBA02}"/>
          </ac:spMkLst>
        </pc:spChg>
        <pc:spChg chg="add mod">
          <ac:chgData name="Lia Ossanna" userId="46d24f92-a3d9-425c-98e5-f4d1ec18a5c1" providerId="ADAL" clId="{3188B0A5-7A56-4BDD-8B38-4ED208104EB3}" dt="2026-01-22T21:19:26.117" v="2074" actId="1076"/>
          <ac:spMkLst>
            <pc:docMk/>
            <pc:sldMk cId="371825970" sldId="258"/>
            <ac:spMk id="5" creationId="{5ED9FB7B-7D50-C8E5-9270-BC7D9B77824A}"/>
          </ac:spMkLst>
        </pc:spChg>
        <pc:spChg chg="add mod">
          <ac:chgData name="Lia Ossanna" userId="46d24f92-a3d9-425c-98e5-f4d1ec18a5c1" providerId="ADAL" clId="{3188B0A5-7A56-4BDD-8B38-4ED208104EB3}" dt="2026-01-22T22:08:54.472" v="2543" actId="207"/>
          <ac:spMkLst>
            <pc:docMk/>
            <pc:sldMk cId="371825970" sldId="258"/>
            <ac:spMk id="12" creationId="{3642F6FB-3D74-CADC-9B1D-1AF7867268EF}"/>
          </ac:spMkLst>
        </pc:spChg>
        <pc:spChg chg="add mod">
          <ac:chgData name="Lia Ossanna" userId="46d24f92-a3d9-425c-98e5-f4d1ec18a5c1" providerId="ADAL" clId="{3188B0A5-7A56-4BDD-8B38-4ED208104EB3}" dt="2026-01-22T22:09:06.864" v="2544" actId="207"/>
          <ac:spMkLst>
            <pc:docMk/>
            <pc:sldMk cId="371825970" sldId="258"/>
            <ac:spMk id="13" creationId="{EBC0A270-490A-C513-CA74-B3CBD8D28252}"/>
          </ac:spMkLst>
        </pc:spChg>
        <pc:spChg chg="add del mod">
          <ac:chgData name="Lia Ossanna" userId="46d24f92-a3d9-425c-98e5-f4d1ec18a5c1" providerId="ADAL" clId="{3188B0A5-7A56-4BDD-8B38-4ED208104EB3}" dt="2026-01-22T21:38:51.349" v="2183" actId="478"/>
          <ac:spMkLst>
            <pc:docMk/>
            <pc:sldMk cId="371825970" sldId="258"/>
            <ac:spMk id="21" creationId="{66C0FA75-2E51-530F-40EE-051B8D747134}"/>
          </ac:spMkLst>
        </pc:spChg>
        <pc:spChg chg="add del mod">
          <ac:chgData name="Lia Ossanna" userId="46d24f92-a3d9-425c-98e5-f4d1ec18a5c1" providerId="ADAL" clId="{3188B0A5-7A56-4BDD-8B38-4ED208104EB3}" dt="2026-01-22T21:18:20.776" v="2056" actId="478"/>
          <ac:spMkLst>
            <pc:docMk/>
            <pc:sldMk cId="371825970" sldId="258"/>
            <ac:spMk id="22" creationId="{7F9F1E07-4DB5-3D95-4ADA-6C352C766D0C}"/>
          </ac:spMkLst>
        </pc:spChg>
        <pc:spChg chg="add del mod">
          <ac:chgData name="Lia Ossanna" userId="46d24f92-a3d9-425c-98e5-f4d1ec18a5c1" providerId="ADAL" clId="{3188B0A5-7A56-4BDD-8B38-4ED208104EB3}" dt="2026-01-22T21:18:53.304" v="2059" actId="478"/>
          <ac:spMkLst>
            <pc:docMk/>
            <pc:sldMk cId="371825970" sldId="258"/>
            <ac:spMk id="28" creationId="{A82B3B13-CEDA-AAF5-24D0-0FDF5DE1ECF7}"/>
          </ac:spMkLst>
        </pc:spChg>
        <pc:spChg chg="add del mod">
          <ac:chgData name="Lia Ossanna" userId="46d24f92-a3d9-425c-98e5-f4d1ec18a5c1" providerId="ADAL" clId="{3188B0A5-7A56-4BDD-8B38-4ED208104EB3}" dt="2026-01-22T21:38:51.349" v="2183" actId="478"/>
          <ac:spMkLst>
            <pc:docMk/>
            <pc:sldMk cId="371825970" sldId="258"/>
            <ac:spMk id="29" creationId="{5915A3DF-E129-FE54-9556-A0440FBC719D}"/>
          </ac:spMkLst>
        </pc:spChg>
        <pc:spChg chg="add del mod">
          <ac:chgData name="Lia Ossanna" userId="46d24f92-a3d9-425c-98e5-f4d1ec18a5c1" providerId="ADAL" clId="{3188B0A5-7A56-4BDD-8B38-4ED208104EB3}" dt="2026-01-22T21:18:26.234" v="2058" actId="478"/>
          <ac:spMkLst>
            <pc:docMk/>
            <pc:sldMk cId="371825970" sldId="258"/>
            <ac:spMk id="31" creationId="{C7582AD4-947D-77C6-DF94-5CD1FD8240A3}"/>
          </ac:spMkLst>
        </pc:spChg>
        <pc:spChg chg="add mod">
          <ac:chgData name="Lia Ossanna" userId="46d24f92-a3d9-425c-98e5-f4d1ec18a5c1" providerId="ADAL" clId="{3188B0A5-7A56-4BDD-8B38-4ED208104EB3}" dt="2026-01-22T21:39:36.719" v="2202"/>
          <ac:spMkLst>
            <pc:docMk/>
            <pc:sldMk cId="371825970" sldId="258"/>
            <ac:spMk id="35" creationId="{AADE62CC-5EE5-62EC-78D5-28383AF522A3}"/>
          </ac:spMkLst>
        </pc:spChg>
        <pc:spChg chg="add mod">
          <ac:chgData name="Lia Ossanna" userId="46d24f92-a3d9-425c-98e5-f4d1ec18a5c1" providerId="ADAL" clId="{3188B0A5-7A56-4BDD-8B38-4ED208104EB3}" dt="2026-01-22T21:39:36.719" v="2202"/>
          <ac:spMkLst>
            <pc:docMk/>
            <pc:sldMk cId="371825970" sldId="258"/>
            <ac:spMk id="36" creationId="{6CA62BDE-D9C1-9D9B-F8AF-1B75336B17AF}"/>
          </ac:spMkLst>
        </pc:spChg>
        <pc:spChg chg="add mod">
          <ac:chgData name="Lia Ossanna" userId="46d24f92-a3d9-425c-98e5-f4d1ec18a5c1" providerId="ADAL" clId="{3188B0A5-7A56-4BDD-8B38-4ED208104EB3}" dt="2026-01-22T21:39:36.719" v="2202"/>
          <ac:spMkLst>
            <pc:docMk/>
            <pc:sldMk cId="371825970" sldId="258"/>
            <ac:spMk id="37" creationId="{4021D3CB-F62C-DB41-C1EC-C4679C733FA8}"/>
          </ac:spMkLst>
        </pc:spChg>
        <pc:spChg chg="add mod">
          <ac:chgData name="Lia Ossanna" userId="46d24f92-a3d9-425c-98e5-f4d1ec18a5c1" providerId="ADAL" clId="{3188B0A5-7A56-4BDD-8B38-4ED208104EB3}" dt="2026-01-22T21:39:36.719" v="2202"/>
          <ac:spMkLst>
            <pc:docMk/>
            <pc:sldMk cId="371825970" sldId="258"/>
            <ac:spMk id="39" creationId="{A328A04D-3240-312A-A3F9-6167CA317679}"/>
          </ac:spMkLst>
        </pc:spChg>
        <pc:spChg chg="add mod">
          <ac:chgData name="Lia Ossanna" userId="46d24f92-a3d9-425c-98e5-f4d1ec18a5c1" providerId="ADAL" clId="{3188B0A5-7A56-4BDD-8B38-4ED208104EB3}" dt="2026-01-22T21:39:36.719" v="2202"/>
          <ac:spMkLst>
            <pc:docMk/>
            <pc:sldMk cId="371825970" sldId="258"/>
            <ac:spMk id="40" creationId="{C38F3213-38B8-264A-6CDC-D71993BA1193}"/>
          </ac:spMkLst>
        </pc:spChg>
        <pc:spChg chg="add mod">
          <ac:chgData name="Lia Ossanna" userId="46d24f92-a3d9-425c-98e5-f4d1ec18a5c1" providerId="ADAL" clId="{3188B0A5-7A56-4BDD-8B38-4ED208104EB3}" dt="2026-01-22T21:39:36.719" v="2202"/>
          <ac:spMkLst>
            <pc:docMk/>
            <pc:sldMk cId="371825970" sldId="258"/>
            <ac:spMk id="41" creationId="{5C3DAECC-7DFF-7254-0951-C3212E365164}"/>
          </ac:spMkLst>
        </pc:spChg>
        <pc:spChg chg="add mod">
          <ac:chgData name="Lia Ossanna" userId="46d24f92-a3d9-425c-98e5-f4d1ec18a5c1" providerId="ADAL" clId="{3188B0A5-7A56-4BDD-8B38-4ED208104EB3}" dt="2026-01-22T21:39:36.719" v="2202"/>
          <ac:spMkLst>
            <pc:docMk/>
            <pc:sldMk cId="371825970" sldId="258"/>
            <ac:spMk id="48" creationId="{55F2F062-41A5-DF2F-96C2-5B395E355F4A}"/>
          </ac:spMkLst>
        </pc:spChg>
        <pc:spChg chg="add mod">
          <ac:chgData name="Lia Ossanna" userId="46d24f92-a3d9-425c-98e5-f4d1ec18a5c1" providerId="ADAL" clId="{3188B0A5-7A56-4BDD-8B38-4ED208104EB3}" dt="2026-01-22T21:39:36.719" v="2202"/>
          <ac:spMkLst>
            <pc:docMk/>
            <pc:sldMk cId="371825970" sldId="258"/>
            <ac:spMk id="50" creationId="{D0840414-DD6A-B30F-FEF9-D5E904F8F7D7}"/>
          </ac:spMkLst>
        </pc:spChg>
        <pc:spChg chg="add mod">
          <ac:chgData name="Lia Ossanna" userId="46d24f92-a3d9-425c-98e5-f4d1ec18a5c1" providerId="ADAL" clId="{3188B0A5-7A56-4BDD-8B38-4ED208104EB3}" dt="2026-01-22T21:39:36.719" v="2202"/>
          <ac:spMkLst>
            <pc:docMk/>
            <pc:sldMk cId="371825970" sldId="258"/>
            <ac:spMk id="51" creationId="{D933DCEA-8CF4-1908-CE58-972A7ACB7387}"/>
          </ac:spMkLst>
        </pc:spChg>
        <pc:spChg chg="add mod">
          <ac:chgData name="Lia Ossanna" userId="46d24f92-a3d9-425c-98e5-f4d1ec18a5c1" providerId="ADAL" clId="{3188B0A5-7A56-4BDD-8B38-4ED208104EB3}" dt="2026-01-22T21:39:36.719" v="2202"/>
          <ac:spMkLst>
            <pc:docMk/>
            <pc:sldMk cId="371825970" sldId="258"/>
            <ac:spMk id="55" creationId="{CD240C41-BE34-9315-2752-740555B8A4AB}"/>
          </ac:spMkLst>
        </pc:spChg>
        <pc:spChg chg="add mod">
          <ac:chgData name="Lia Ossanna" userId="46d24f92-a3d9-425c-98e5-f4d1ec18a5c1" providerId="ADAL" clId="{3188B0A5-7A56-4BDD-8B38-4ED208104EB3}" dt="2026-01-22T21:39:54.513" v="2204" actId="1076"/>
          <ac:spMkLst>
            <pc:docMk/>
            <pc:sldMk cId="371825970" sldId="258"/>
            <ac:spMk id="56" creationId="{0557760C-AF2F-57B1-2B35-1ED12AB8E63D}"/>
          </ac:spMkLst>
        </pc:spChg>
        <pc:spChg chg="add mod">
          <ac:chgData name="Lia Ossanna" userId="46d24f92-a3d9-425c-98e5-f4d1ec18a5c1" providerId="ADAL" clId="{3188B0A5-7A56-4BDD-8B38-4ED208104EB3}" dt="2026-01-22T22:09:34.486" v="2546" actId="1076"/>
          <ac:spMkLst>
            <pc:docMk/>
            <pc:sldMk cId="371825970" sldId="258"/>
            <ac:spMk id="57" creationId="{62D4D645-8E4D-CCEB-C257-A1269235FCBE}"/>
          </ac:spMkLst>
        </pc:spChg>
        <pc:spChg chg="add mod">
          <ac:chgData name="Lia Ossanna" userId="46d24f92-a3d9-425c-98e5-f4d1ec18a5c1" providerId="ADAL" clId="{3188B0A5-7A56-4BDD-8B38-4ED208104EB3}" dt="2026-01-22T22:10:49.313" v="2562" actId="207"/>
          <ac:spMkLst>
            <pc:docMk/>
            <pc:sldMk cId="371825970" sldId="258"/>
            <ac:spMk id="58" creationId="{A729AC61-98A8-2660-586A-8381206E5123}"/>
          </ac:spMkLst>
        </pc:spChg>
        <pc:spChg chg="add mod">
          <ac:chgData name="Lia Ossanna" userId="46d24f92-a3d9-425c-98e5-f4d1ec18a5c1" providerId="ADAL" clId="{3188B0A5-7A56-4BDD-8B38-4ED208104EB3}" dt="2026-01-23T17:49:34.324" v="2575" actId="14100"/>
          <ac:spMkLst>
            <pc:docMk/>
            <pc:sldMk cId="371825970" sldId="258"/>
            <ac:spMk id="62" creationId="{E08F5C80-BC93-2E29-8CB2-5AC32092F260}"/>
          </ac:spMkLst>
        </pc:spChg>
        <pc:spChg chg="add mod">
          <ac:chgData name="Lia Ossanna" userId="46d24f92-a3d9-425c-98e5-f4d1ec18a5c1" providerId="ADAL" clId="{3188B0A5-7A56-4BDD-8B38-4ED208104EB3}" dt="2026-01-23T17:49:46.673" v="2576" actId="1076"/>
          <ac:spMkLst>
            <pc:docMk/>
            <pc:sldMk cId="371825970" sldId="258"/>
            <ac:spMk id="63" creationId="{6BAE3FFB-D16B-80D4-35F9-59178E019BF8}"/>
          </ac:spMkLst>
        </pc:spChg>
        <pc:spChg chg="add mod">
          <ac:chgData name="Lia Ossanna" userId="46d24f92-a3d9-425c-98e5-f4d1ec18a5c1" providerId="ADAL" clId="{3188B0A5-7A56-4BDD-8B38-4ED208104EB3}" dt="2026-01-22T22:11:35.289" v="2565" actId="207"/>
          <ac:spMkLst>
            <pc:docMk/>
            <pc:sldMk cId="371825970" sldId="258"/>
            <ac:spMk id="64" creationId="{44FABB60-D233-A681-1D3B-F228F9F5576E}"/>
          </ac:spMkLst>
        </pc:spChg>
        <pc:spChg chg="add mod">
          <ac:chgData name="Lia Ossanna" userId="46d24f92-a3d9-425c-98e5-f4d1ec18a5c1" providerId="ADAL" clId="{3188B0A5-7A56-4BDD-8B38-4ED208104EB3}" dt="2026-01-22T22:10:01.541" v="2555" actId="1076"/>
          <ac:spMkLst>
            <pc:docMk/>
            <pc:sldMk cId="371825970" sldId="258"/>
            <ac:spMk id="111" creationId="{64C78E7A-69F8-B16D-E855-72932B661F07}"/>
          </ac:spMkLst>
        </pc:spChg>
        <pc:cxnChg chg="add del mod">
          <ac:chgData name="Lia Ossanna" userId="46d24f92-a3d9-425c-98e5-f4d1ec18a5c1" providerId="ADAL" clId="{3188B0A5-7A56-4BDD-8B38-4ED208104EB3}" dt="2026-01-22T21:18:53.304" v="2059" actId="478"/>
          <ac:cxnSpMkLst>
            <pc:docMk/>
            <pc:sldMk cId="371825970" sldId="258"/>
            <ac:cxnSpMk id="15" creationId="{1B7EC36A-59E5-F4C7-7067-68739BB4A22A}"/>
          </ac:cxnSpMkLst>
        </pc:cxnChg>
        <pc:cxnChg chg="add del mod">
          <ac:chgData name="Lia Ossanna" userId="46d24f92-a3d9-425c-98e5-f4d1ec18a5c1" providerId="ADAL" clId="{3188B0A5-7A56-4BDD-8B38-4ED208104EB3}" dt="2026-01-22T21:38:51.349" v="2183" actId="478"/>
          <ac:cxnSpMkLst>
            <pc:docMk/>
            <pc:sldMk cId="371825970" sldId="258"/>
            <ac:cxnSpMk id="23" creationId="{712E2D57-4F4F-80AF-302A-824E66208095}"/>
          </ac:cxnSpMkLst>
        </pc:cxnChg>
        <pc:cxnChg chg="add del mod">
          <ac:chgData name="Lia Ossanna" userId="46d24f92-a3d9-425c-98e5-f4d1ec18a5c1" providerId="ADAL" clId="{3188B0A5-7A56-4BDD-8B38-4ED208104EB3}" dt="2026-01-22T21:18:23.254" v="2057" actId="478"/>
          <ac:cxnSpMkLst>
            <pc:docMk/>
            <pc:sldMk cId="371825970" sldId="258"/>
            <ac:cxnSpMk id="26" creationId="{85C3D1B9-D68A-5834-728B-ECA15821D83C}"/>
          </ac:cxnSpMkLst>
        </pc:cxnChg>
        <pc:cxnChg chg="add mod">
          <ac:chgData name="Lia Ossanna" userId="46d24f92-a3d9-425c-98e5-f4d1ec18a5c1" providerId="ADAL" clId="{3188B0A5-7A56-4BDD-8B38-4ED208104EB3}" dt="2026-01-22T22:03:15.973" v="2361" actId="14100"/>
          <ac:cxnSpMkLst>
            <pc:docMk/>
            <pc:sldMk cId="371825970" sldId="258"/>
            <ac:cxnSpMk id="53" creationId="{8E84181F-399A-45EA-1011-8510E64B8D99}"/>
          </ac:cxnSpMkLst>
        </pc:cxnChg>
        <pc:cxnChg chg="add mod">
          <ac:chgData name="Lia Ossanna" userId="46d24f92-a3d9-425c-98e5-f4d1ec18a5c1" providerId="ADAL" clId="{3188B0A5-7A56-4BDD-8B38-4ED208104EB3}" dt="2026-01-22T22:08:12.101" v="2539" actId="1076"/>
          <ac:cxnSpMkLst>
            <pc:docMk/>
            <pc:sldMk cId="371825970" sldId="258"/>
            <ac:cxnSpMk id="54" creationId="{F85C9AAD-9296-F8D0-9819-7548D00EC22B}"/>
          </ac:cxnSpMkLst>
        </pc:cxnChg>
        <pc:cxnChg chg="add mod">
          <ac:chgData name="Lia Ossanna" userId="46d24f92-a3d9-425c-98e5-f4d1ec18a5c1" providerId="ADAL" clId="{3188B0A5-7A56-4BDD-8B38-4ED208104EB3}" dt="2026-01-22T22:09:34.486" v="2546" actId="1076"/>
          <ac:cxnSpMkLst>
            <pc:docMk/>
            <pc:sldMk cId="371825970" sldId="258"/>
            <ac:cxnSpMk id="59" creationId="{E518F8D6-51F8-0260-F0FC-5549BF0B9F42}"/>
          </ac:cxnSpMkLst>
        </pc:cxnChg>
        <pc:cxnChg chg="add mod">
          <ac:chgData name="Lia Ossanna" userId="46d24f92-a3d9-425c-98e5-f4d1ec18a5c1" providerId="ADAL" clId="{3188B0A5-7A56-4BDD-8B38-4ED208104EB3}" dt="2026-01-22T22:03:34.640" v="2369" actId="14100"/>
          <ac:cxnSpMkLst>
            <pc:docMk/>
            <pc:sldMk cId="371825970" sldId="258"/>
            <ac:cxnSpMk id="60" creationId="{A237E6C7-E3C6-08CD-5E66-5AA1B119DA65}"/>
          </ac:cxnSpMkLst>
        </pc:cxnChg>
        <pc:cxnChg chg="add mod">
          <ac:chgData name="Lia Ossanna" userId="46d24f92-a3d9-425c-98e5-f4d1ec18a5c1" providerId="ADAL" clId="{3188B0A5-7A56-4BDD-8B38-4ED208104EB3}" dt="2026-01-23T17:49:34.324" v="2575" actId="14100"/>
          <ac:cxnSpMkLst>
            <pc:docMk/>
            <pc:sldMk cId="371825970" sldId="258"/>
            <ac:cxnSpMk id="69" creationId="{AC19E065-ECD7-E641-DB4E-ED264B222ACC}"/>
          </ac:cxnSpMkLst>
        </pc:cxnChg>
        <pc:cxnChg chg="add mod">
          <ac:chgData name="Lia Ossanna" userId="46d24f92-a3d9-425c-98e5-f4d1ec18a5c1" providerId="ADAL" clId="{3188B0A5-7A56-4BDD-8B38-4ED208104EB3}" dt="2026-01-23T17:49:46.673" v="2576" actId="1076"/>
          <ac:cxnSpMkLst>
            <pc:docMk/>
            <pc:sldMk cId="371825970" sldId="258"/>
            <ac:cxnSpMk id="70" creationId="{ACA7FDF7-42AF-6950-7EFC-825219DA6DFC}"/>
          </ac:cxnSpMkLst>
        </pc:cxnChg>
        <pc:cxnChg chg="add mod">
          <ac:chgData name="Lia Ossanna" userId="46d24f92-a3d9-425c-98e5-f4d1ec18a5c1" providerId="ADAL" clId="{3188B0A5-7A56-4BDD-8B38-4ED208104EB3}" dt="2026-01-22T22:10:12.512" v="2559" actId="1076"/>
          <ac:cxnSpMkLst>
            <pc:docMk/>
            <pc:sldMk cId="371825970" sldId="258"/>
            <ac:cxnSpMk id="71" creationId="{1ACEC989-775E-0599-278D-7C1E5724BD28}"/>
          </ac:cxnSpMkLst>
        </pc:cxnChg>
        <pc:cxnChg chg="add del mod">
          <ac:chgData name="Lia Ossanna" userId="46d24f92-a3d9-425c-98e5-f4d1ec18a5c1" providerId="ADAL" clId="{3188B0A5-7A56-4BDD-8B38-4ED208104EB3}" dt="2026-01-22T21:18:55.673" v="2060" actId="478"/>
          <ac:cxnSpMkLst>
            <pc:docMk/>
            <pc:sldMk cId="371825970" sldId="258"/>
            <ac:cxnSpMk id="96" creationId="{832E33F4-FC67-84CA-6019-C89F9C19B901}"/>
          </ac:cxnSpMkLst>
        </pc:cxnChg>
        <pc:cxnChg chg="add del mod">
          <ac:chgData name="Lia Ossanna" userId="46d24f92-a3d9-425c-98e5-f4d1ec18a5c1" providerId="ADAL" clId="{3188B0A5-7A56-4BDD-8B38-4ED208104EB3}" dt="2026-01-22T21:38:53.583" v="2184" actId="478"/>
          <ac:cxnSpMkLst>
            <pc:docMk/>
            <pc:sldMk cId="371825970" sldId="258"/>
            <ac:cxnSpMk id="97" creationId="{528CC616-35BC-5203-73E3-969633EDEE78}"/>
          </ac:cxnSpMkLst>
        </pc:cxnChg>
      </pc:sldChg>
      <pc:sldChg chg="addSp delSp modSp new del mod modClrScheme chgLayout">
        <pc:chgData name="Lia Ossanna" userId="46d24f92-a3d9-425c-98e5-f4d1ec18a5c1" providerId="ADAL" clId="{3188B0A5-7A56-4BDD-8B38-4ED208104EB3}" dt="2026-01-22T22:09:21.612" v="2545" actId="47"/>
        <pc:sldMkLst>
          <pc:docMk/>
          <pc:sldMk cId="1812141213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8445D-43C0-BCD3-35C2-9730EFC04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A859B-9596-D19B-7FB2-F25C2B51E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A9D5B-201B-6B5F-0D48-1FC3240AF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2C539-A593-CF79-F992-46D7AA6A8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7FEC2-2B97-4299-F2DB-66813796E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929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50FA1-0263-023C-0B29-C1A66CC88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6534D-4901-2DA4-A0E3-4CBC8B399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64C2D-28F3-DDBD-C231-66DF08130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22726-0757-D047-9ABB-717283247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CEB33-5EDA-F363-7BEE-F2EC69901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67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751F-5D33-DC47-CA0C-23F065864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B0214-B41E-DD48-132B-1F3A98A6C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2D668-9664-8EC9-AE3F-A9BF5DE5C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CFF30-AE5D-D318-0CC5-B2F7258FA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14315-D94A-333A-D146-9022DEA67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23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B5C5-17B6-6732-29BF-FA3A2AD65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6C8FE-1738-B055-9C2A-696496CF8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5418B-77F3-6173-2B66-55D653BC24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4A81D-3A7D-23DD-7C4A-A4FA85DE3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2CD53-E9F9-3C41-35DD-A52EFF0D2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60086-2C63-D949-492E-C122D8D5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9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A8D02-2BFD-2647-66B3-66EA62F79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A8CFD-546D-17AB-CCC4-80F4DA393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82A6AA-6439-2A73-F681-E49E4C3AE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91BC67-DDFD-0F3F-8FF3-997C8E54A6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51A177-8770-DB0E-10F8-760134AF51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3EAA6A-7373-23AE-F595-9936FEAD9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640888-6AAC-2920-08A4-05923584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E92AF1-C25C-737E-4015-035BAC646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994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23F54-9F7D-8C1A-445C-C27204B80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94D10B-F020-A702-93AC-5E0978492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E8BD30-2880-863D-2492-8D6337D35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C965E7-1CAF-8730-646C-903420AB3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72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9F77AB-2FB3-ADF0-0F9F-BC43CBA14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3B8D46-DA6A-572D-CE75-77C84BB47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5C7D6-EA6F-4570-AC28-EBC82355A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590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2DF23-D59B-F1F6-7C5E-0FD9A1816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08294-4729-1644-0884-F1E05FBA4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98087-7929-F5F3-8681-CF505F995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882B6C-27C2-7488-ADCE-F906D49CD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1F9C5-6CC7-BA82-F185-2A4E1C04E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2FF51-1A6A-7D82-E33D-0A140767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32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9B437-D6C4-E637-92BA-536FE74D8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EA1B98-1A96-5C8A-43D4-9AEAF04926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ED7E1-6A92-E414-4B1E-CDAED78B7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8587D-8BF1-5E5A-50CB-98907F045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B8D1-FEEA-0BF6-27B7-22690AFD2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B4B1F-8C78-A62E-4236-0753DCC4E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1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25C5C-39DE-0A05-40B0-8E38F91BE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304DC-26A9-C439-132C-E3DB275C9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F0C7-C24C-2A8B-0D27-51F20D4D4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96A03-AE12-C035-E70A-2A107DF26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A3E4E-0B06-5280-4156-FCBBBDB2B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75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4118DF-898D-59B2-3DED-FFF91AB5C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402092-930C-6051-5A16-143001EED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E9C8C-4945-C47F-B780-B94E8B4FE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1D5C2-A3CC-45FA-B6C9-A84E68026FA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15B1D-A477-6C7F-9E17-D72605486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7C1A9-10A4-3608-78A4-BE06E1DDF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15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564459-E774-7878-35FB-DE0BBA82A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D76E0-384F-26CF-77B8-CF7E389D6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23E58-2249-B830-3905-B838FFE50F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01D5C2-A3CC-45FA-B6C9-A84E68026FA5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3E9FB-6D49-61E3-2C61-2E6B2E15CB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9D7FB-EA62-BD0E-6DBA-04294D3A9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891B6-2219-479D-8190-BE53E8557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9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D9FB7B-7D50-C8E5-9270-BC7D9B77824A}"/>
              </a:ext>
            </a:extLst>
          </p:cNvPr>
          <p:cNvSpPr txBox="1"/>
          <p:nvPr/>
        </p:nvSpPr>
        <p:spPr>
          <a:xfrm>
            <a:off x="959274" y="552722"/>
            <a:ext cx="315806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LDC &amp; land treatment do NOT overlap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42F6FB-3D74-CADC-9B1D-1AF7867268EF}"/>
              </a:ext>
            </a:extLst>
          </p:cNvPr>
          <p:cNvSpPr txBox="1"/>
          <p:nvPr/>
        </p:nvSpPr>
        <p:spPr>
          <a:xfrm>
            <a:off x="359831" y="2075053"/>
            <a:ext cx="2474809" cy="646331"/>
          </a:xfrm>
          <a:prstGeom prst="rect">
            <a:avLst/>
          </a:prstGeom>
          <a:solidFill>
            <a:srgbClr val="FF9B9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 Previously burned [1] (Fire </a:t>
            </a:r>
            <a:r>
              <a:rPr lang="en-US" b="1" dirty="0">
                <a:sym typeface="Wingdings" panose="05000000000000000000" pitchFamily="2" charset="2"/>
              </a:rPr>
              <a:t> LDC)</a:t>
            </a:r>
            <a:endParaRPr 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C0A270-490A-C513-CA74-B3CBD8D28252}"/>
              </a:ext>
            </a:extLst>
          </p:cNvPr>
          <p:cNvSpPr txBox="1"/>
          <p:nvPr/>
        </p:nvSpPr>
        <p:spPr>
          <a:xfrm>
            <a:off x="3396597" y="1890387"/>
            <a:ext cx="177546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Not burned [2] (LDC)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E84181F-399A-45EA-1011-8510E64B8D99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flipH="1">
            <a:off x="1597236" y="1260608"/>
            <a:ext cx="941071" cy="81444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85C9AAD-9296-F8D0-9819-7548D00EC22B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>
            <a:off x="2538307" y="1260608"/>
            <a:ext cx="1746021" cy="62977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557760C-AF2F-57B1-2B35-1ED12AB8E63D}"/>
              </a:ext>
            </a:extLst>
          </p:cNvPr>
          <p:cNvSpPr txBox="1"/>
          <p:nvPr/>
        </p:nvSpPr>
        <p:spPr>
          <a:xfrm>
            <a:off x="6249671" y="286101"/>
            <a:ext cx="463973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LDC &amp; land treatment DO overlap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2D4D645-8E4D-CCEB-C257-A1269235FCBE}"/>
              </a:ext>
            </a:extLst>
          </p:cNvPr>
          <p:cNvSpPr txBox="1"/>
          <p:nvPr/>
        </p:nvSpPr>
        <p:spPr>
          <a:xfrm>
            <a:off x="6872589" y="1667830"/>
            <a:ext cx="150706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Previously burned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729AC61-98A8-2660-586A-8381206E5123}"/>
              </a:ext>
            </a:extLst>
          </p:cNvPr>
          <p:cNvSpPr txBox="1"/>
          <p:nvPr/>
        </p:nvSpPr>
        <p:spPr>
          <a:xfrm>
            <a:off x="9696841" y="1499744"/>
            <a:ext cx="1685291" cy="646331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Not burned [3] (TRT </a:t>
            </a:r>
            <a:r>
              <a:rPr lang="en-US" b="1" dirty="0">
                <a:sym typeface="Wingdings" panose="05000000000000000000" pitchFamily="2" charset="2"/>
              </a:rPr>
              <a:t> LDC)</a:t>
            </a:r>
            <a:endParaRPr lang="en-US" b="1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518F8D6-51F8-0260-F0FC-5549BF0B9F42}"/>
              </a:ext>
            </a:extLst>
          </p:cNvPr>
          <p:cNvCxnSpPr>
            <a:cxnSpLocks/>
            <a:stCxn id="56" idx="2"/>
            <a:endCxn id="57" idx="0"/>
          </p:cNvCxnSpPr>
          <p:nvPr/>
        </p:nvCxnSpPr>
        <p:spPr>
          <a:xfrm flipH="1">
            <a:off x="7626123" y="686211"/>
            <a:ext cx="943415" cy="98161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237E6C7-E3C6-08CD-5E66-5AA1B119DA65}"/>
              </a:ext>
            </a:extLst>
          </p:cNvPr>
          <p:cNvCxnSpPr>
            <a:cxnSpLocks/>
            <a:stCxn id="56" idx="2"/>
            <a:endCxn id="58" idx="0"/>
          </p:cNvCxnSpPr>
          <p:nvPr/>
        </p:nvCxnSpPr>
        <p:spPr>
          <a:xfrm>
            <a:off x="8569538" y="686211"/>
            <a:ext cx="1969949" cy="813533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E08F5C80-BC93-2E29-8CB2-5AC32092F260}"/>
              </a:ext>
            </a:extLst>
          </p:cNvPr>
          <p:cNvSpPr txBox="1"/>
          <p:nvPr/>
        </p:nvSpPr>
        <p:spPr>
          <a:xfrm>
            <a:off x="4117340" y="3295780"/>
            <a:ext cx="290680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[4]  MR Fire </a:t>
            </a:r>
            <a:r>
              <a:rPr lang="en-US" b="1" dirty="0">
                <a:sym typeface="Wingdings" panose="05000000000000000000" pitchFamily="2" charset="2"/>
              </a:rPr>
              <a:t> TRT  LDC</a:t>
            </a:r>
            <a:endParaRPr lang="en-US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BAE3FFB-D16B-80D4-35F9-59178E019BF8}"/>
              </a:ext>
            </a:extLst>
          </p:cNvPr>
          <p:cNvSpPr txBox="1"/>
          <p:nvPr/>
        </p:nvSpPr>
        <p:spPr>
          <a:xfrm>
            <a:off x="6872589" y="4501469"/>
            <a:ext cx="2461391" cy="369332"/>
          </a:xfrm>
          <a:prstGeom prst="rect">
            <a:avLst/>
          </a:prstGeom>
          <a:solidFill>
            <a:srgbClr val="FF9B9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ym typeface="Wingdings" panose="05000000000000000000" pitchFamily="2" charset="2"/>
              </a:rPr>
              <a:t>[5]  TRT  Fire  LDC</a:t>
            </a:r>
            <a:endParaRPr lang="en-US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4FABB60-D233-A681-1D3B-F228F9F5576E}"/>
              </a:ext>
            </a:extLst>
          </p:cNvPr>
          <p:cNvSpPr txBox="1"/>
          <p:nvPr/>
        </p:nvSpPr>
        <p:spPr>
          <a:xfrm>
            <a:off x="8855254" y="3408161"/>
            <a:ext cx="3109059" cy="369332"/>
          </a:xfrm>
          <a:prstGeom prst="rect">
            <a:avLst/>
          </a:prstGeom>
          <a:solidFill>
            <a:srgbClr val="FF9B9B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ym typeface="Wingdings" panose="05000000000000000000" pitchFamily="2" charset="2"/>
              </a:rPr>
              <a:t>[6]  Fire  TRT  Fire  LDC</a:t>
            </a:r>
            <a:endParaRPr lang="en-US" b="1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C19E065-ECD7-E641-DB4E-ED264B222ACC}"/>
              </a:ext>
            </a:extLst>
          </p:cNvPr>
          <p:cNvCxnSpPr>
            <a:cxnSpLocks/>
            <a:stCxn id="57" idx="2"/>
            <a:endCxn id="62" idx="0"/>
          </p:cNvCxnSpPr>
          <p:nvPr/>
        </p:nvCxnSpPr>
        <p:spPr>
          <a:xfrm flipH="1">
            <a:off x="5570741" y="2314161"/>
            <a:ext cx="2055382" cy="98161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CA7FDF7-42AF-6950-7EFC-825219DA6DFC}"/>
              </a:ext>
            </a:extLst>
          </p:cNvPr>
          <p:cNvCxnSpPr>
            <a:cxnSpLocks/>
            <a:stCxn id="57" idx="2"/>
            <a:endCxn id="63" idx="0"/>
          </p:cNvCxnSpPr>
          <p:nvPr/>
        </p:nvCxnSpPr>
        <p:spPr>
          <a:xfrm>
            <a:off x="7626123" y="2314161"/>
            <a:ext cx="477162" cy="2187308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ACEC989-775E-0599-278D-7C1E5724BD28}"/>
              </a:ext>
            </a:extLst>
          </p:cNvPr>
          <p:cNvCxnSpPr>
            <a:cxnSpLocks/>
            <a:stCxn id="57" idx="2"/>
            <a:endCxn id="64" idx="0"/>
          </p:cNvCxnSpPr>
          <p:nvPr/>
        </p:nvCxnSpPr>
        <p:spPr>
          <a:xfrm>
            <a:off x="7626123" y="2314161"/>
            <a:ext cx="2783661" cy="109400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Content Placeholder 4">
            <a:extLst>
              <a:ext uri="{FF2B5EF4-FFF2-40B4-BE49-F238E27FC236}">
                <a16:creationId xmlns:a16="http://schemas.microsoft.com/office/drawing/2014/main" id="{64C78E7A-69F8-B16D-E855-72932B661F07}"/>
              </a:ext>
            </a:extLst>
          </p:cNvPr>
          <p:cNvSpPr txBox="1">
            <a:spLocks/>
          </p:cNvSpPr>
          <p:nvPr/>
        </p:nvSpPr>
        <p:spPr>
          <a:xfrm>
            <a:off x="776198" y="4108490"/>
            <a:ext cx="3789680" cy="239907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2000"/>
              <a:t>Control, post-burn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Control, never burned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Treated, never burned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Treated, post-burn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Control, post-burn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/>
              <a:t>Control, post-burn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1825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3ec87a8-9fb8-4158-ba8f-f11bace1ebaa}" enabled="0" method="" siteId="{a3ec87a8-9fb8-4158-ba8f-f11bace1eba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1334</TotalTime>
  <Words>91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 Ossanna</dc:creator>
  <cp:lastModifiedBy>Lia Ossanna</cp:lastModifiedBy>
  <cp:revision>1</cp:revision>
  <dcterms:created xsi:type="dcterms:W3CDTF">2026-01-12T21:25:07Z</dcterms:created>
  <dcterms:modified xsi:type="dcterms:W3CDTF">2026-01-23T17:49:57Z</dcterms:modified>
</cp:coreProperties>
</file>